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Dự đoán sống sót Titanic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— Kaggle Titanic</a:t>
            </a:r>
          </a:p>
          <a:p>
            <a:r>
              <a:t>Đồ án cuối kỳ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Dự đoán Survived (0/1) cho hành khách Titanic</a:t>
            </a:r>
          </a:p>
          <a:p>
            <a:pPr>
              <a:defRPr sz="2000"/>
            </a:pPr>
            <a:r>
              <a:t>891 mẫu train · 418 mẫu test (Kaggle)</a:t>
            </a:r>
          </a:p>
          <a:p>
            <a:pPr>
              <a:defRPr sz="2000"/>
            </a:pPr>
            <a:r>
              <a:t>Mục tiêu: pipeline ML + giải thích +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Dữ liệu &amp; insight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~38% sống sót trên train — mất cân bằng nhẹ</a:t>
            </a:r>
          </a:p>
          <a:p>
            <a:pPr>
              <a:defRPr sz="2000"/>
            </a:pPr>
            <a:r>
              <a:t>Thiếu Age, Cabin; categorical Sex, Embarked, Pclass</a:t>
            </a:r>
          </a:p>
          <a:p>
            <a:pPr>
              <a:defRPr sz="2000"/>
            </a:pPr>
            <a:r>
              <a:t>Engineering: Title, Deck, Family_Size, Group_Size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— Survival rate</a:t>
            </a:r>
          </a:p>
        </p:txBody>
      </p:sp>
      <p:pic>
        <p:nvPicPr>
          <p:cNvPr id="3" name="Picture 2" descr="survival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92663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Phân bố nhãn trên tập huấn luyện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Phương pháp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sklearn Pipeline: preprocess + model (tránh leakage)</a:t>
            </a:r>
          </a:p>
          <a:p>
            <a:pPr>
              <a:defRPr sz="2000"/>
            </a:pPr>
            <a:r>
              <a:t>Hold-out 20% stratified · metric: F1, ROC-AUC</a:t>
            </a:r>
          </a:p>
          <a:p>
            <a:pPr>
              <a:defRPr sz="2000"/>
            </a:pPr>
            <a:r>
              <a:t>GridSearchCV (Decision Tree, Random Forest)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so sánh (hold-out)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Logistic Regression — F1 0.7879 (chọn deploy)</a:t>
            </a:r>
          </a:p>
          <a:p>
            <a:pPr>
              <a:defRPr sz="2000"/>
            </a:pPr>
            <a:r>
              <a:t>Decision Tree — F1 0.7634</a:t>
            </a:r>
          </a:p>
          <a:p>
            <a:pPr>
              <a:defRPr sz="2000"/>
            </a:pPr>
            <a:r>
              <a:t>Random Forest — F1 0.7424 (dùng SHAP)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</a:t>
            </a:r>
          </a:p>
        </p:txBody>
      </p:sp>
      <p:pic>
        <p:nvPicPr>
          <p:cNvPr id="3" name="Picture 2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106319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 sánh khả năng phân tách lớp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1098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Mô hình triển khai: Logistic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6501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Random Forest — hướng giải thích bổ sung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— Random Forest</a:t>
            </a:r>
          </a:p>
        </p:txBody>
      </p:sp>
      <p:pic>
        <p:nvPicPr>
          <p:cNvPr id="3" name="Picture 2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158161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Giải thích toàn cục: feature nào đẩy dự đoán sống/chết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Nhập thông tin hành khách → xác suất sống sót</a:t>
            </a:r>
          </a:p>
          <a:p>
            <a:pPr>
              <a:defRPr sz="2000"/>
            </a:pPr>
            <a:r>
              <a:t>Hiển thị SHAP summary (train sẵn từ notebook)</a:t>
            </a:r>
          </a:p>
          <a:p>
            <a:pPr>
              <a:defRPr sz="2000"/>
            </a:pPr>
            <a:r>
              <a:t>model.pkl + images/shap_summary.png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Pipeline hoàn chỉnh: EDA → train → Kaggle submission</a:t>
            </a:r>
          </a:p>
          <a:p>
            <a:pPr>
              <a:defRPr sz="2000"/>
            </a:pPr>
            <a:r>
              <a:t>Deploy: Logistic Regression; giải thích: Random Forest + SHAP</a:t>
            </a:r>
          </a:p>
          <a:p>
            <a:pPr>
              <a:defRPr sz="2000"/>
            </a:pPr>
            <a:r>
              <a:t>Hạn chế: dữ liệu nhỏ — hướng ensemble / local SHAP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Cảm 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